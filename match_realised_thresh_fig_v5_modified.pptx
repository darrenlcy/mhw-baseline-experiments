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400" r:id="rId2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11E7"/>
    <a:srgbClr val="99BED5"/>
    <a:srgbClr val="FEAD97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0678" autoAdjust="0"/>
  </p:normalViewPr>
  <p:slideViewPr>
    <p:cSldViewPr snapToGrid="0">
      <p:cViewPr varScale="1">
        <p:scale>
          <a:sx n="57" d="100"/>
          <a:sy n="57" d="100"/>
        </p:scale>
        <p:origin x="1056" y="60"/>
      </p:cViewPr>
      <p:guideLst>
        <p:guide orient="horz" pos="2137"/>
        <p:guide pos="38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5CD74-0FFC-49A1-B8E4-E5E7D76A8DF3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CCD69-42A3-4025-BEE5-612B9E4AC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670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8BF3-596C-CBB9-766C-EF991DF5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2CD39-19C4-30CD-61C0-870DBABB3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2C02C-7775-C6B7-E041-33CE911DF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6110E-27C8-03CD-1931-9F34688A0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CCD69-42A3-4025-BEE5-612B9E4AC59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2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6048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859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98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7763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34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919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5113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1638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774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991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3191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A4CE1-512D-41CA-8992-648B60F8D238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97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6FC1F-903E-3520-2FB1-37DB7D47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C13BFDAB-1D90-79C9-810C-798EFE2A6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9" y="0"/>
            <a:ext cx="96012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A5E2A-940B-788E-CCD9-B8E77BE23377}"/>
              </a:ext>
            </a:extLst>
          </p:cNvPr>
          <p:cNvCxnSpPr/>
          <p:nvPr/>
        </p:nvCxnSpPr>
        <p:spPr>
          <a:xfrm>
            <a:off x="9705558" y="503735"/>
            <a:ext cx="35683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22D1417-C5D8-F86D-844F-3221DDFACDA3}"/>
              </a:ext>
            </a:extLst>
          </p:cNvPr>
          <p:cNvSpPr txBox="1"/>
          <p:nvPr/>
        </p:nvSpPr>
        <p:spPr>
          <a:xfrm>
            <a:off x="10110668" y="352263"/>
            <a:ext cx="155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Realised temperature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42E79-AF13-A365-4D60-139B66E11415}"/>
              </a:ext>
            </a:extLst>
          </p:cNvPr>
          <p:cNvCxnSpPr/>
          <p:nvPr/>
        </p:nvCxnSpPr>
        <p:spPr>
          <a:xfrm>
            <a:off x="9705558" y="1158558"/>
            <a:ext cx="356839" cy="0"/>
          </a:xfrm>
          <a:prstGeom prst="line">
            <a:avLst/>
          </a:prstGeom>
          <a:ln w="76200">
            <a:solidFill>
              <a:srgbClr val="281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EE5BD67-04C6-5CAA-FD34-5FF92E618405}"/>
              </a:ext>
            </a:extLst>
          </p:cNvPr>
          <p:cNvSpPr txBox="1"/>
          <p:nvPr/>
        </p:nvSpPr>
        <p:spPr>
          <a:xfrm>
            <a:off x="10115732" y="997663"/>
            <a:ext cx="1977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Cold region severity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C23A5C-58A4-E1E0-E6F9-B1CC02CD4CDF}"/>
              </a:ext>
            </a:extLst>
          </p:cNvPr>
          <p:cNvCxnSpPr/>
          <p:nvPr/>
        </p:nvCxnSpPr>
        <p:spPr>
          <a:xfrm>
            <a:off x="9705558" y="1850189"/>
            <a:ext cx="35683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C6AFDD-7340-BE1C-CEEA-81416628EAD3}"/>
              </a:ext>
            </a:extLst>
          </p:cNvPr>
          <p:cNvSpPr txBox="1"/>
          <p:nvPr/>
        </p:nvSpPr>
        <p:spPr>
          <a:xfrm>
            <a:off x="10125257" y="1708344"/>
            <a:ext cx="1977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Warm region severity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D2C371-B6B1-1146-3FB0-CA22B0FD34B1}"/>
              </a:ext>
            </a:extLst>
          </p:cNvPr>
          <p:cNvSpPr txBox="1"/>
          <p:nvPr/>
        </p:nvSpPr>
        <p:spPr>
          <a:xfrm>
            <a:off x="2641712" y="5560821"/>
            <a:ext cx="1541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>
                <a:solidFill>
                  <a:srgbClr val="FF0000"/>
                </a:solidFill>
              </a:rPr>
              <a:t>α</a:t>
            </a:r>
            <a:r>
              <a:rPr lang="en-AU" sz="2400" b="1" baseline="-25000" dirty="0">
                <a:solidFill>
                  <a:srgbClr val="FF0000"/>
                </a:solidFill>
              </a:rPr>
              <a:t>warm</a:t>
            </a:r>
            <a:r>
              <a:rPr lang="en-AU" sz="2400" b="1" dirty="0">
                <a:solidFill>
                  <a:srgbClr val="FF0000"/>
                </a:solidFill>
              </a:rPr>
              <a:t> = 0.3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E9870-0D34-BCDB-5597-1F00A55020F7}"/>
              </a:ext>
            </a:extLst>
          </p:cNvPr>
          <p:cNvSpPr txBox="1"/>
          <p:nvPr/>
        </p:nvSpPr>
        <p:spPr>
          <a:xfrm>
            <a:off x="2709262" y="5186972"/>
            <a:ext cx="1406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>
                <a:solidFill>
                  <a:srgbClr val="2811E7"/>
                </a:solidFill>
              </a:rPr>
              <a:t>α</a:t>
            </a:r>
            <a:r>
              <a:rPr lang="en-AU" sz="2400" b="1" baseline="-25000" dirty="0">
                <a:solidFill>
                  <a:srgbClr val="2811E7"/>
                </a:solidFill>
              </a:rPr>
              <a:t>cold</a:t>
            </a:r>
            <a:r>
              <a:rPr lang="en-AU" sz="2400" b="1" dirty="0">
                <a:solidFill>
                  <a:srgbClr val="2811E7"/>
                </a:solidFill>
              </a:rPr>
              <a:t> = 2.5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04931F-0EE5-03C3-06C9-8FF55E4C8193}"/>
              </a:ext>
            </a:extLst>
          </p:cNvPr>
          <p:cNvSpPr txBox="1"/>
          <p:nvPr/>
        </p:nvSpPr>
        <p:spPr>
          <a:xfrm>
            <a:off x="4774134" y="5417804"/>
            <a:ext cx="1541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>
                <a:solidFill>
                  <a:srgbClr val="FF0000"/>
                </a:solidFill>
              </a:rPr>
              <a:t>α</a:t>
            </a:r>
            <a:r>
              <a:rPr lang="en-AU" sz="2400" b="1" baseline="-25000" dirty="0">
                <a:solidFill>
                  <a:srgbClr val="FF0000"/>
                </a:solidFill>
              </a:rPr>
              <a:t>warm</a:t>
            </a:r>
            <a:r>
              <a:rPr lang="en-AU" sz="2400" b="1" dirty="0">
                <a:solidFill>
                  <a:srgbClr val="FF0000"/>
                </a:solidFill>
              </a:rPr>
              <a:t> = 0.1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6F29A-D828-3BFA-39AE-C8DF43103032}"/>
              </a:ext>
            </a:extLst>
          </p:cNvPr>
          <p:cNvSpPr txBox="1"/>
          <p:nvPr/>
        </p:nvSpPr>
        <p:spPr>
          <a:xfrm>
            <a:off x="4817315" y="5031100"/>
            <a:ext cx="1406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>
                <a:solidFill>
                  <a:srgbClr val="2811E7"/>
                </a:solidFill>
              </a:rPr>
              <a:t>α</a:t>
            </a:r>
            <a:r>
              <a:rPr lang="en-AU" sz="2400" b="1" baseline="-25000" dirty="0">
                <a:solidFill>
                  <a:srgbClr val="2811E7"/>
                </a:solidFill>
              </a:rPr>
              <a:t>cold</a:t>
            </a:r>
            <a:r>
              <a:rPr lang="en-AU" sz="2400" b="1" dirty="0">
                <a:solidFill>
                  <a:srgbClr val="2811E7"/>
                </a:solidFill>
              </a:rPr>
              <a:t> = 2.3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41A99C-FD88-0AFF-4AD8-EFF54D7E3248}"/>
              </a:ext>
            </a:extLst>
          </p:cNvPr>
          <p:cNvSpPr txBox="1"/>
          <p:nvPr/>
        </p:nvSpPr>
        <p:spPr>
          <a:xfrm>
            <a:off x="7170741" y="5117821"/>
            <a:ext cx="1541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>
                <a:solidFill>
                  <a:srgbClr val="FF0000"/>
                </a:solidFill>
              </a:rPr>
              <a:t>α</a:t>
            </a:r>
            <a:r>
              <a:rPr lang="en-AU" sz="2400" b="1" baseline="-25000" dirty="0">
                <a:solidFill>
                  <a:srgbClr val="FF0000"/>
                </a:solidFill>
              </a:rPr>
              <a:t>warm</a:t>
            </a:r>
            <a:r>
              <a:rPr lang="en-AU" sz="2400" b="1" dirty="0">
                <a:solidFill>
                  <a:srgbClr val="FF0000"/>
                </a:solidFill>
              </a:rPr>
              <a:t> = 0.2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6AEE25-70E2-B9FA-7531-09E7641B0EB7}"/>
              </a:ext>
            </a:extLst>
          </p:cNvPr>
          <p:cNvSpPr txBox="1"/>
          <p:nvPr/>
        </p:nvSpPr>
        <p:spPr>
          <a:xfrm>
            <a:off x="7170741" y="4743972"/>
            <a:ext cx="1406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>
                <a:solidFill>
                  <a:srgbClr val="2811E7"/>
                </a:solidFill>
              </a:rPr>
              <a:t>α</a:t>
            </a:r>
            <a:r>
              <a:rPr lang="en-AU" sz="2400" b="1" baseline="-25000" dirty="0">
                <a:solidFill>
                  <a:srgbClr val="2811E7"/>
                </a:solidFill>
              </a:rPr>
              <a:t>cold</a:t>
            </a:r>
            <a:r>
              <a:rPr lang="en-AU" sz="2400" b="1" dirty="0">
                <a:solidFill>
                  <a:srgbClr val="2811E7"/>
                </a:solidFill>
              </a:rPr>
              <a:t> = 2.4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40796B-9FDF-20B6-935B-14F38A6C3CF6}"/>
              </a:ext>
            </a:extLst>
          </p:cNvPr>
          <p:cNvSpPr txBox="1"/>
          <p:nvPr/>
        </p:nvSpPr>
        <p:spPr>
          <a:xfrm>
            <a:off x="7170741" y="1850189"/>
            <a:ext cx="1541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>
                <a:solidFill>
                  <a:srgbClr val="FF0000"/>
                </a:solidFill>
              </a:rPr>
              <a:t>α</a:t>
            </a:r>
            <a:r>
              <a:rPr lang="en-AU" sz="2400" b="1" baseline="-25000" dirty="0">
                <a:solidFill>
                  <a:srgbClr val="FF0000"/>
                </a:solidFill>
              </a:rPr>
              <a:t>warm</a:t>
            </a:r>
            <a:r>
              <a:rPr lang="en-AU" sz="2400" b="1" dirty="0">
                <a:solidFill>
                  <a:srgbClr val="FF0000"/>
                </a:solidFill>
              </a:rPr>
              <a:t> = 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5AEC11-11A5-20E4-5AA9-D0C3AA91A6C2}"/>
              </a:ext>
            </a:extLst>
          </p:cNvPr>
          <p:cNvSpPr txBox="1"/>
          <p:nvPr/>
        </p:nvSpPr>
        <p:spPr>
          <a:xfrm>
            <a:off x="7208610" y="1368905"/>
            <a:ext cx="1406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>
                <a:solidFill>
                  <a:srgbClr val="2811E7"/>
                </a:solidFill>
              </a:rPr>
              <a:t>α</a:t>
            </a:r>
            <a:r>
              <a:rPr lang="en-AU" sz="2400" b="1" baseline="-25000" dirty="0">
                <a:solidFill>
                  <a:srgbClr val="2811E7"/>
                </a:solidFill>
              </a:rPr>
              <a:t>cold</a:t>
            </a:r>
            <a:r>
              <a:rPr lang="en-AU" sz="2400" b="1" dirty="0">
                <a:solidFill>
                  <a:srgbClr val="2811E7"/>
                </a:solidFill>
              </a:rPr>
              <a:t> = 2.4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8C145-31F9-FE2A-B248-CE772C3B30C5}"/>
              </a:ext>
            </a:extLst>
          </p:cNvPr>
          <p:cNvSpPr txBox="1"/>
          <p:nvPr/>
        </p:nvSpPr>
        <p:spPr>
          <a:xfrm>
            <a:off x="821939" y="-96488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5BB6C-493D-2872-2412-2AFECD8E2D6F}"/>
              </a:ext>
            </a:extLst>
          </p:cNvPr>
          <p:cNvSpPr txBox="1"/>
          <p:nvPr/>
        </p:nvSpPr>
        <p:spPr>
          <a:xfrm>
            <a:off x="804305" y="3332375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41568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125401</TotalTime>
  <Words>45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Darren Li Shing Hiung</dc:creator>
  <cp:lastModifiedBy>Darren Li Shing Hiung</cp:lastModifiedBy>
  <cp:revision>2350</cp:revision>
  <dcterms:created xsi:type="dcterms:W3CDTF">2023-04-18T07:17:13Z</dcterms:created>
  <dcterms:modified xsi:type="dcterms:W3CDTF">2026-06-21T06:31:17Z</dcterms:modified>
</cp:coreProperties>
</file>