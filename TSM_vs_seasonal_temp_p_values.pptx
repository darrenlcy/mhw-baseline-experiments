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50" d="100"/>
          <a:sy n="150" d="100"/>
        </p:scale>
        <p:origin x="1554" y="-4962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6FD8-2472-D4D8-F0E4-2FC7CE638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CDE13-47FB-9E4E-D967-12FC39A03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5"/>
            <a:ext cx="5143500" cy="29435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0D564-3B9A-651A-8D6D-47E47EE6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B68FC-E3FF-501B-FF73-B5C30B5C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3351F-4169-0CFA-FC20-31D5028F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801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ABD5-3648-831B-36B1-8914A958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AB459-B026-85CE-601C-29CA60413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F5400-1D29-181B-80F4-10131CD8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29817-36C5-E116-9C07-91BD992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643C8-608B-434C-DD59-645880302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987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FFBA-4CCF-EB6D-8A82-DE38BF20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71885-5DD3-8BA1-5C71-792E3937C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3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6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1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1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2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2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C4F87-E355-149F-22FF-9CC871CB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E712C-5897-777C-53EE-B16D433E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6D967-D64E-06EC-4D32-B4E301F2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030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0E70-8625-3289-7E80-7A6CBDA9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97E0F-CE18-54E5-909C-5C7B38D62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6FE77-A7E9-4821-FAF7-D21051F80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1A941-6CD6-C01A-78FE-107450C7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9707D-32D3-B770-F545-5DDBC2A4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25117-EDC3-1269-95F6-0B9CD721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896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CC9A-E0F8-97E1-DE46-C10B28F7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A2A98-C0C9-2EC6-A131-E845DD6A4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9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5" indent="0">
              <a:buNone/>
              <a:defRPr sz="1600" b="1"/>
            </a:lvl6pPr>
            <a:lvl7pPr marL="2743218" indent="0">
              <a:buNone/>
              <a:defRPr sz="1600" b="1"/>
            </a:lvl7pPr>
            <a:lvl8pPr marL="3200421" indent="0">
              <a:buNone/>
              <a:defRPr sz="1600" b="1"/>
            </a:lvl8pPr>
            <a:lvl9pPr marL="36576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4A804-C75B-D7BD-76B8-FA6613663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9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1BA543-FE77-4F2E-13CE-EB6C74FCB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3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9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5" indent="0">
              <a:buNone/>
              <a:defRPr sz="1600" b="1"/>
            </a:lvl6pPr>
            <a:lvl7pPr marL="2743218" indent="0">
              <a:buNone/>
              <a:defRPr sz="1600" b="1"/>
            </a:lvl7pPr>
            <a:lvl8pPr marL="3200421" indent="0">
              <a:buNone/>
              <a:defRPr sz="1600" b="1"/>
            </a:lvl8pPr>
            <a:lvl9pPr marL="365762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836EED-DAD3-5CFC-C798-BDF9991C3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9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44FECA-E54F-94E5-C80C-E2D45AC6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F1E65B-9E9E-752D-09AF-78F3C93F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C9D86-D44D-A61A-5604-45A83AAD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743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6989-4E41-A517-74C8-87A36A0A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ED5F1-F071-89D0-594B-522E83DA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9FDC9-C976-411F-E6A9-F55092BA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28A93-E619-5D35-6047-0341750F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16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0CEEA9-AE2E-3111-3AA8-81E1A5AD7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57ADC6-9EA6-5205-9D53-30604C24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8AF6D-223E-6432-BB7B-F8557AA2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240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00C3-2664-EC9B-B60E-7D7E4202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D5EFC-B891-E353-C331-04DBF7FD3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3"/>
            <a:ext cx="3471863" cy="8664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3ECF6-450B-72DF-0F45-2E9F117EA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6" indent="0">
              <a:buNone/>
              <a:defRPr sz="1200"/>
            </a:lvl3pPr>
            <a:lvl4pPr marL="1371609" indent="0">
              <a:buNone/>
              <a:defRPr sz="1000"/>
            </a:lvl4pPr>
            <a:lvl5pPr marL="1828812" indent="0">
              <a:buNone/>
              <a:defRPr sz="1000"/>
            </a:lvl5pPr>
            <a:lvl6pPr marL="2286015" indent="0">
              <a:buNone/>
              <a:defRPr sz="1000"/>
            </a:lvl6pPr>
            <a:lvl7pPr marL="2743218" indent="0">
              <a:buNone/>
              <a:defRPr sz="1000"/>
            </a:lvl7pPr>
            <a:lvl8pPr marL="3200421" indent="0">
              <a:buNone/>
              <a:defRPr sz="1000"/>
            </a:lvl8pPr>
            <a:lvl9pPr marL="365762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67489-5A79-54A9-BEBD-6DEB4808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48E9F-3C82-863F-0725-7E60B232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46518-D3EF-CD08-7225-4E63DBDF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68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F8F8-8FC7-26C3-8665-8F341453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BEB00-B331-D942-9F90-344E0D5C8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4" y="1755423"/>
            <a:ext cx="3471863" cy="8664222"/>
          </a:xfrm>
        </p:spPr>
        <p:txBody>
          <a:bodyPr/>
          <a:lstStyle>
            <a:lvl1pPr marL="0" indent="0">
              <a:buNone/>
              <a:defRPr sz="3200"/>
            </a:lvl1pPr>
            <a:lvl2pPr marL="457203" indent="0">
              <a:buNone/>
              <a:defRPr sz="2800"/>
            </a:lvl2pPr>
            <a:lvl3pPr marL="914406" indent="0">
              <a:buNone/>
              <a:defRPr sz="2400"/>
            </a:lvl3pPr>
            <a:lvl4pPr marL="1371609" indent="0">
              <a:buNone/>
              <a:defRPr sz="2000"/>
            </a:lvl4pPr>
            <a:lvl5pPr marL="1828812" indent="0">
              <a:buNone/>
              <a:defRPr sz="2000"/>
            </a:lvl5pPr>
            <a:lvl6pPr marL="2286015" indent="0">
              <a:buNone/>
              <a:defRPr sz="2000"/>
            </a:lvl6pPr>
            <a:lvl7pPr marL="2743218" indent="0">
              <a:buNone/>
              <a:defRPr sz="2000"/>
            </a:lvl7pPr>
            <a:lvl8pPr marL="3200421" indent="0">
              <a:buNone/>
              <a:defRPr sz="2000"/>
            </a:lvl8pPr>
            <a:lvl9pPr marL="3657624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B0EDE-3C17-8811-F570-DCE5CA603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400"/>
            </a:lvl2pPr>
            <a:lvl3pPr marL="914406" indent="0">
              <a:buNone/>
              <a:defRPr sz="1200"/>
            </a:lvl3pPr>
            <a:lvl4pPr marL="1371609" indent="0">
              <a:buNone/>
              <a:defRPr sz="1000"/>
            </a:lvl4pPr>
            <a:lvl5pPr marL="1828812" indent="0">
              <a:buNone/>
              <a:defRPr sz="1000"/>
            </a:lvl5pPr>
            <a:lvl6pPr marL="2286015" indent="0">
              <a:buNone/>
              <a:defRPr sz="1000"/>
            </a:lvl6pPr>
            <a:lvl7pPr marL="2743218" indent="0">
              <a:buNone/>
              <a:defRPr sz="1000"/>
            </a:lvl7pPr>
            <a:lvl8pPr marL="3200421" indent="0">
              <a:buNone/>
              <a:defRPr sz="1000"/>
            </a:lvl8pPr>
            <a:lvl9pPr marL="365762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1D77A-DBC3-4633-3922-9854A7A1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00434-A3FA-CE16-46AF-8BE3ACFD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F8C0-0C41-2800-A02B-9250F2A9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685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37D6-42D4-2F6E-43B8-D26C3818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84586-7B82-3025-1A28-D8BA0B249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BEA4C-FEC2-09A1-DF01-1216ADE2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4EE78-CCE0-2DB6-0ECD-875BAB5D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0C375-1C46-231A-E723-DFC24C2E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496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BA4B8-BB7C-2C13-31AE-4C0C1F8D0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2A922-446D-9096-7DB9-16077F597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36AB-239A-3052-52E7-67A5FDDE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01128-1587-2E0A-056B-1E98B1CD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B3339-2343-7FED-58C4-64B7420E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765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060C2C-DE8E-DC64-D6B6-A7C329CCF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FB8E6-EB4A-9826-5F04-D72ADF68A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C485B-8AA6-1EC6-3817-70E13AFB7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61B15-33B4-4235-9AEE-65E5094738EC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A3EBF-DF6C-750B-809A-AC5243894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50ED-F498-C86A-7432-F71C1A88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63E42-C8CA-45E3-A805-2B1C93980A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182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2" indent="-228602" algn="l" defTabSz="91440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4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8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0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7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3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5" indent="-228602" algn="l" defTabSz="91440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A03FB39-036F-534D-BFEC-605B91B85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6120000" cy="81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284A4D-8345-0C8F-63E0-BD85C42F7C5B}"/>
              </a:ext>
            </a:extLst>
          </p:cNvPr>
          <p:cNvSpPr txBox="1"/>
          <p:nvPr/>
        </p:nvSpPr>
        <p:spPr>
          <a:xfrm rot="5400000">
            <a:off x="5629641" y="2406399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Shell length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7E187-25F9-B271-224E-D3690D215742}"/>
              </a:ext>
            </a:extLst>
          </p:cNvPr>
          <p:cNvSpPr txBox="1"/>
          <p:nvPr/>
        </p:nvSpPr>
        <p:spPr>
          <a:xfrm rot="5400000">
            <a:off x="5818795" y="4311399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Shell lip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CF999-49E1-1158-2F7D-D92732F53301}"/>
              </a:ext>
            </a:extLst>
          </p:cNvPr>
          <p:cNvSpPr txBox="1"/>
          <p:nvPr/>
        </p:nvSpPr>
        <p:spPr>
          <a:xfrm rot="5400000">
            <a:off x="5613130" y="6394200"/>
            <a:ext cx="1383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Shell weight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2946F-60BF-0530-D5C9-F4A9F22C0979}"/>
              </a:ext>
            </a:extLst>
          </p:cNvPr>
          <p:cNvSpPr txBox="1"/>
          <p:nvPr/>
        </p:nvSpPr>
        <p:spPr>
          <a:xfrm rot="5400000">
            <a:off x="5541798" y="8324599"/>
            <a:ext cx="1525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Tissue weight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428DA-4F7F-C5DD-9145-F4AE1B26BBA6}"/>
              </a:ext>
            </a:extLst>
          </p:cNvPr>
          <p:cNvSpPr txBox="1"/>
          <p:nvPr/>
        </p:nvSpPr>
        <p:spPr>
          <a:xfrm>
            <a:off x="1211459" y="2865980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0.014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0.086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4FA01-45A0-7094-6195-5AC12504DBF1}"/>
              </a:ext>
            </a:extLst>
          </p:cNvPr>
          <p:cNvSpPr txBox="1"/>
          <p:nvPr/>
        </p:nvSpPr>
        <p:spPr>
          <a:xfrm>
            <a:off x="4022393" y="2984513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-0.006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0.838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A5593-E1CF-D1D5-941B-19D19B1F0BE6}"/>
              </a:ext>
            </a:extLst>
          </p:cNvPr>
          <p:cNvSpPr txBox="1"/>
          <p:nvPr/>
        </p:nvSpPr>
        <p:spPr>
          <a:xfrm>
            <a:off x="915126" y="4981936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-0.004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0.703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407F0-FDCA-71D4-66F9-AD11B8FEEDFE}"/>
              </a:ext>
            </a:extLst>
          </p:cNvPr>
          <p:cNvSpPr txBox="1"/>
          <p:nvPr/>
        </p:nvSpPr>
        <p:spPr>
          <a:xfrm>
            <a:off x="4022393" y="416984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0.002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0.683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ED0E5-D5F2-AA91-7660-BB27281E7C1D}"/>
              </a:ext>
            </a:extLst>
          </p:cNvPr>
          <p:cNvSpPr txBox="1"/>
          <p:nvPr/>
        </p:nvSpPr>
        <p:spPr>
          <a:xfrm>
            <a:off x="1132900" y="5687275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-0.147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0.253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2CC11-EC73-FBA4-9CD8-03AC2DF2B21B}"/>
              </a:ext>
            </a:extLst>
          </p:cNvPr>
          <p:cNvSpPr txBox="1"/>
          <p:nvPr/>
        </p:nvSpPr>
        <p:spPr>
          <a:xfrm>
            <a:off x="4022393" y="5741590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-0.060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0.127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71FFB6-AE2F-CDAC-4A33-D62258E42402}"/>
              </a:ext>
            </a:extLst>
          </p:cNvPr>
          <p:cNvSpPr txBox="1"/>
          <p:nvPr/>
        </p:nvSpPr>
        <p:spPr>
          <a:xfrm>
            <a:off x="1022833" y="7939409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0.016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</a:t>
            </a:r>
            <a:r>
              <a:rPr lang="en-AU" sz="1000"/>
              <a:t>= 0.533</a:t>
            </a:r>
            <a:endParaRPr lang="en-AU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CE3D06-0D41-2502-67F4-1882822424E3}"/>
              </a:ext>
            </a:extLst>
          </p:cNvPr>
          <p:cNvSpPr txBox="1"/>
          <p:nvPr/>
        </p:nvSpPr>
        <p:spPr>
          <a:xfrm>
            <a:off x="4108714" y="7746395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Slope = 0.017 °C/day</a:t>
            </a:r>
          </a:p>
          <a:p>
            <a:r>
              <a:rPr lang="en-AU" sz="1000" i="1" dirty="0"/>
              <a:t>p</a:t>
            </a:r>
            <a:r>
              <a:rPr lang="en-AU" sz="1000" dirty="0"/>
              <a:t>-value = 0.685</a:t>
            </a:r>
          </a:p>
        </p:txBody>
      </p:sp>
    </p:spTree>
    <p:extLst>
      <p:ext uri="{BB962C8B-B14F-4D97-AF65-F5344CB8AC3E}">
        <p14:creationId xmlns:p14="http://schemas.microsoft.com/office/powerpoint/2010/main" val="3013042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92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21</cp:revision>
  <dcterms:created xsi:type="dcterms:W3CDTF">2026-01-26T12:22:42Z</dcterms:created>
  <dcterms:modified xsi:type="dcterms:W3CDTF">2026-06-15T00:22:20Z</dcterms:modified>
</cp:coreProperties>
</file>