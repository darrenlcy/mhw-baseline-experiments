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400" r:id="rId2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BED5"/>
    <a:srgbClr val="FEAD97"/>
    <a:srgbClr val="2811E7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0678" autoAdjust="0"/>
  </p:normalViewPr>
  <p:slideViewPr>
    <p:cSldViewPr snapToGrid="0">
      <p:cViewPr varScale="1">
        <p:scale>
          <a:sx n="100" d="100"/>
          <a:sy n="100" d="100"/>
        </p:scale>
        <p:origin x="2010" y="102"/>
      </p:cViewPr>
      <p:guideLst>
        <p:guide orient="horz" pos="2137"/>
        <p:guide pos="286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5CD74-0FFC-49A1-B8E4-E5E7D76A8DF3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DCCD69-42A3-4025-BEE5-612B9E4AC5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6702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38BF3-596C-CBB9-766C-EF991DF50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2CD39-19C4-30CD-61C0-870DBABB3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2C02C-7775-C6B7-E041-33CE911DF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6110E-27C8-03CD-1931-9F34688A0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CCD69-42A3-4025-BEE5-612B9E4AC591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527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3082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5953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7265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1946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9076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05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9894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1887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6139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8028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4CE1-512D-41CA-8992-648B60F8D238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1203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A4CE1-512D-41CA-8992-648B60F8D238}" type="datetimeFigureOut">
              <a:rPr lang="en-AU" smtClean="0"/>
              <a:t>19/03/2026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C8DF-F89E-452B-9F40-09B78E8F82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5855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6FC1F-903E-3520-2FB1-37DB7D475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5DB1E8-358E-CFB6-9851-FB23E9D283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0"/>
            <a:ext cx="6858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9A5E2A-940B-788E-CCD9-B8E77BE23377}"/>
              </a:ext>
            </a:extLst>
          </p:cNvPr>
          <p:cNvCxnSpPr/>
          <p:nvPr/>
        </p:nvCxnSpPr>
        <p:spPr>
          <a:xfrm>
            <a:off x="6966078" y="503735"/>
            <a:ext cx="356839" cy="0"/>
          </a:xfrm>
          <a:prstGeom prst="line">
            <a:avLst/>
          </a:prstGeom>
          <a:ln w="57150">
            <a:solidFill>
              <a:srgbClr val="2811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22D1417-C5D8-F86D-844F-3221DDFACDA3}"/>
              </a:ext>
            </a:extLst>
          </p:cNvPr>
          <p:cNvSpPr txBox="1"/>
          <p:nvPr/>
        </p:nvSpPr>
        <p:spPr>
          <a:xfrm>
            <a:off x="7371189" y="352263"/>
            <a:ext cx="1553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Realised temperature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C42E79-AF13-A365-4D60-139B66E11415}"/>
              </a:ext>
            </a:extLst>
          </p:cNvPr>
          <p:cNvCxnSpPr/>
          <p:nvPr/>
        </p:nvCxnSpPr>
        <p:spPr>
          <a:xfrm>
            <a:off x="6966078" y="968989"/>
            <a:ext cx="356839" cy="0"/>
          </a:xfrm>
          <a:prstGeom prst="line">
            <a:avLst/>
          </a:prstGeom>
          <a:ln w="57150">
            <a:solidFill>
              <a:srgbClr val="99BE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EE5BD67-04C6-5CAA-FD34-5FF92E618405}"/>
              </a:ext>
            </a:extLst>
          </p:cNvPr>
          <p:cNvSpPr txBox="1"/>
          <p:nvPr/>
        </p:nvSpPr>
        <p:spPr>
          <a:xfrm>
            <a:off x="7376253" y="808094"/>
            <a:ext cx="1977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Cold region severity threshold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C23A5C-58A4-E1E0-E6F9-B1CC02CD4CDF}"/>
              </a:ext>
            </a:extLst>
          </p:cNvPr>
          <p:cNvCxnSpPr/>
          <p:nvPr/>
        </p:nvCxnSpPr>
        <p:spPr>
          <a:xfrm>
            <a:off x="6966078" y="1415295"/>
            <a:ext cx="356839" cy="0"/>
          </a:xfrm>
          <a:prstGeom prst="line">
            <a:avLst/>
          </a:prstGeom>
          <a:ln w="57150">
            <a:solidFill>
              <a:srgbClr val="FEAD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C6AFDD-7340-BE1C-CEEA-81416628EAD3}"/>
              </a:ext>
            </a:extLst>
          </p:cNvPr>
          <p:cNvSpPr txBox="1"/>
          <p:nvPr/>
        </p:nvSpPr>
        <p:spPr>
          <a:xfrm>
            <a:off x="7385778" y="1273450"/>
            <a:ext cx="1977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Warm region severity threshold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D2C371-B6B1-1146-3FB0-CA22B0FD34B1}"/>
              </a:ext>
            </a:extLst>
          </p:cNvPr>
          <p:cNvSpPr txBox="1"/>
          <p:nvPr/>
        </p:nvSpPr>
        <p:spPr>
          <a:xfrm>
            <a:off x="1942057" y="4604223"/>
            <a:ext cx="118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7D4D"/>
                </a:solidFill>
              </a:rPr>
              <a:t>α</a:t>
            </a:r>
            <a:r>
              <a:rPr lang="en-AU" baseline="-25000" dirty="0">
                <a:solidFill>
                  <a:srgbClr val="FF7D4D"/>
                </a:solidFill>
              </a:rPr>
              <a:t>warm</a:t>
            </a:r>
            <a:r>
              <a:rPr lang="en-AU" dirty="0">
                <a:solidFill>
                  <a:srgbClr val="FF7D4D"/>
                </a:solidFill>
              </a:rPr>
              <a:t> = 0.3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CE9870-0D34-BCDB-5597-1F00A55020F7}"/>
              </a:ext>
            </a:extLst>
          </p:cNvPr>
          <p:cNvSpPr txBox="1"/>
          <p:nvPr/>
        </p:nvSpPr>
        <p:spPr>
          <a:xfrm>
            <a:off x="1990725" y="4290444"/>
            <a:ext cx="109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99BED5"/>
                </a:solidFill>
              </a:rPr>
              <a:t>α</a:t>
            </a:r>
            <a:r>
              <a:rPr lang="en-AU" baseline="-25000" dirty="0">
                <a:solidFill>
                  <a:srgbClr val="99BED5"/>
                </a:solidFill>
              </a:rPr>
              <a:t>cold</a:t>
            </a:r>
            <a:r>
              <a:rPr lang="en-AU" dirty="0">
                <a:solidFill>
                  <a:srgbClr val="99BED5"/>
                </a:solidFill>
              </a:rPr>
              <a:t> = 2.5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04931F-0EE5-03C3-06C9-8FF55E4C8193}"/>
              </a:ext>
            </a:extLst>
          </p:cNvPr>
          <p:cNvSpPr txBox="1"/>
          <p:nvPr/>
        </p:nvSpPr>
        <p:spPr>
          <a:xfrm>
            <a:off x="3549351" y="4546359"/>
            <a:ext cx="118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7D4D"/>
                </a:solidFill>
              </a:rPr>
              <a:t>α</a:t>
            </a:r>
            <a:r>
              <a:rPr lang="en-AU" baseline="-25000" dirty="0">
                <a:solidFill>
                  <a:srgbClr val="FF7D4D"/>
                </a:solidFill>
              </a:rPr>
              <a:t>warm</a:t>
            </a:r>
            <a:r>
              <a:rPr lang="en-AU" dirty="0">
                <a:solidFill>
                  <a:srgbClr val="FF7D4D"/>
                </a:solidFill>
              </a:rPr>
              <a:t> = 0.1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36F29A-D828-3BFA-39AE-C8DF43103032}"/>
              </a:ext>
            </a:extLst>
          </p:cNvPr>
          <p:cNvSpPr txBox="1"/>
          <p:nvPr/>
        </p:nvSpPr>
        <p:spPr>
          <a:xfrm>
            <a:off x="3599059" y="4241898"/>
            <a:ext cx="109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99BED5"/>
                </a:solidFill>
              </a:rPr>
              <a:t>α</a:t>
            </a:r>
            <a:r>
              <a:rPr lang="en-AU" baseline="-25000" dirty="0">
                <a:solidFill>
                  <a:srgbClr val="99BED5"/>
                </a:solidFill>
              </a:rPr>
              <a:t>cold</a:t>
            </a:r>
            <a:r>
              <a:rPr lang="en-AU" dirty="0">
                <a:solidFill>
                  <a:srgbClr val="99BED5"/>
                </a:solidFill>
              </a:rPr>
              <a:t> = 2.3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41A99C-FD88-0AFF-4AD8-EFF54D7E3248}"/>
              </a:ext>
            </a:extLst>
          </p:cNvPr>
          <p:cNvSpPr txBox="1"/>
          <p:nvPr/>
        </p:nvSpPr>
        <p:spPr>
          <a:xfrm>
            <a:off x="5188947" y="4432159"/>
            <a:ext cx="118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7D4D"/>
                </a:solidFill>
              </a:rPr>
              <a:t>α</a:t>
            </a:r>
            <a:r>
              <a:rPr lang="en-AU" baseline="-25000" dirty="0">
                <a:solidFill>
                  <a:srgbClr val="FF7D4D"/>
                </a:solidFill>
              </a:rPr>
              <a:t>warm</a:t>
            </a:r>
            <a:r>
              <a:rPr lang="en-AU" dirty="0">
                <a:solidFill>
                  <a:srgbClr val="FF7D4D"/>
                </a:solidFill>
              </a:rPr>
              <a:t> = 0.2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6AEE25-70E2-B9FA-7531-09E7641B0EB7}"/>
              </a:ext>
            </a:extLst>
          </p:cNvPr>
          <p:cNvSpPr txBox="1"/>
          <p:nvPr/>
        </p:nvSpPr>
        <p:spPr>
          <a:xfrm>
            <a:off x="5237615" y="4157947"/>
            <a:ext cx="109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99BED5"/>
                </a:solidFill>
              </a:rPr>
              <a:t>α</a:t>
            </a:r>
            <a:r>
              <a:rPr lang="en-AU" baseline="-25000" dirty="0">
                <a:solidFill>
                  <a:srgbClr val="99BED5"/>
                </a:solidFill>
              </a:rPr>
              <a:t>cold</a:t>
            </a:r>
            <a:r>
              <a:rPr lang="en-AU" dirty="0">
                <a:solidFill>
                  <a:srgbClr val="99BED5"/>
                </a:solidFill>
              </a:rPr>
              <a:t> = 2.4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40796B-9FDF-20B6-935B-14F38A6C3CF6}"/>
              </a:ext>
            </a:extLst>
          </p:cNvPr>
          <p:cNvSpPr txBox="1"/>
          <p:nvPr/>
        </p:nvSpPr>
        <p:spPr>
          <a:xfrm>
            <a:off x="5140280" y="1088784"/>
            <a:ext cx="118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FF7D4D"/>
                </a:solidFill>
              </a:rPr>
              <a:t>α</a:t>
            </a:r>
            <a:r>
              <a:rPr lang="en-AU" baseline="-25000" dirty="0">
                <a:solidFill>
                  <a:srgbClr val="FF7D4D"/>
                </a:solidFill>
              </a:rPr>
              <a:t>warm</a:t>
            </a:r>
            <a:r>
              <a:rPr lang="en-AU" dirty="0">
                <a:solidFill>
                  <a:srgbClr val="FF7D4D"/>
                </a:solidFill>
              </a:rPr>
              <a:t> = 0.2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5AEC11-11A5-20E4-5AA9-D0C3AA91A6C2}"/>
              </a:ext>
            </a:extLst>
          </p:cNvPr>
          <p:cNvSpPr txBox="1"/>
          <p:nvPr/>
        </p:nvSpPr>
        <p:spPr>
          <a:xfrm>
            <a:off x="5188948" y="814572"/>
            <a:ext cx="109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rgbClr val="99BED5"/>
                </a:solidFill>
              </a:rPr>
              <a:t>α</a:t>
            </a:r>
            <a:r>
              <a:rPr lang="en-AU" baseline="-25000" dirty="0">
                <a:solidFill>
                  <a:srgbClr val="99BED5"/>
                </a:solidFill>
              </a:rPr>
              <a:t>cold</a:t>
            </a:r>
            <a:r>
              <a:rPr lang="en-AU" dirty="0">
                <a:solidFill>
                  <a:srgbClr val="99BED5"/>
                </a:solidFill>
              </a:rPr>
              <a:t> = 2.4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08C145-31F9-FE2A-B248-CE772C3B30C5}"/>
              </a:ext>
            </a:extLst>
          </p:cNvPr>
          <p:cNvSpPr txBox="1"/>
          <p:nvPr/>
        </p:nvSpPr>
        <p:spPr>
          <a:xfrm>
            <a:off x="781050" y="-109402"/>
            <a:ext cx="336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5BB6C-493D-2872-2412-2AFECD8E2D6F}"/>
              </a:ext>
            </a:extLst>
          </p:cNvPr>
          <p:cNvSpPr txBox="1"/>
          <p:nvPr/>
        </p:nvSpPr>
        <p:spPr>
          <a:xfrm>
            <a:off x="781050" y="3310073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415687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125385</TotalTime>
  <Words>45</Words>
  <Application>Microsoft Office PowerPoint</Application>
  <PresentationFormat>On-screen Show (4:3)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Darren Li Shing Hiung</dc:creator>
  <cp:lastModifiedBy>Darren Li Shing Hiung</cp:lastModifiedBy>
  <cp:revision>2338</cp:revision>
  <dcterms:created xsi:type="dcterms:W3CDTF">2023-04-18T07:17:13Z</dcterms:created>
  <dcterms:modified xsi:type="dcterms:W3CDTF">2026-03-19T04:13:17Z</dcterms:modified>
</cp:coreProperties>
</file>