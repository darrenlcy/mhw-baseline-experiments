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FEC"/>
    <a:srgbClr val="FF7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752" y="-644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5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25" indent="0" algn="ctr">
              <a:buNone/>
              <a:defRPr sz="1500"/>
            </a:lvl2pPr>
            <a:lvl3pPr marL="685849" indent="0" algn="ctr">
              <a:buNone/>
              <a:defRPr sz="1350"/>
            </a:lvl3pPr>
            <a:lvl4pPr marL="1028774" indent="0" algn="ctr">
              <a:buNone/>
              <a:defRPr sz="1200"/>
            </a:lvl4pPr>
            <a:lvl5pPr marL="1371699" indent="0" algn="ctr">
              <a:buNone/>
              <a:defRPr sz="1200"/>
            </a:lvl5pPr>
            <a:lvl6pPr marL="1714623" indent="0" algn="ctr">
              <a:buNone/>
              <a:defRPr sz="1200"/>
            </a:lvl6pPr>
            <a:lvl7pPr marL="2057548" indent="0" algn="ctr">
              <a:buNone/>
              <a:defRPr sz="1200"/>
            </a:lvl7pPr>
            <a:lvl8pPr marL="2400472" indent="0" algn="ctr">
              <a:buNone/>
              <a:defRPr sz="1200"/>
            </a:lvl8pPr>
            <a:lvl9pPr marL="274339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640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60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50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2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49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7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9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62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5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47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39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86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97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25" indent="0">
              <a:buNone/>
              <a:defRPr sz="1500" b="1"/>
            </a:lvl2pPr>
            <a:lvl3pPr marL="685849" indent="0">
              <a:buNone/>
              <a:defRPr sz="1350" b="1"/>
            </a:lvl3pPr>
            <a:lvl4pPr marL="1028774" indent="0">
              <a:buNone/>
              <a:defRPr sz="1200" b="1"/>
            </a:lvl4pPr>
            <a:lvl5pPr marL="1371699" indent="0">
              <a:buNone/>
              <a:defRPr sz="1200" b="1"/>
            </a:lvl5pPr>
            <a:lvl6pPr marL="1714623" indent="0">
              <a:buNone/>
              <a:defRPr sz="1200" b="1"/>
            </a:lvl6pPr>
            <a:lvl7pPr marL="2057548" indent="0">
              <a:buNone/>
              <a:defRPr sz="1200" b="1"/>
            </a:lvl7pPr>
            <a:lvl8pPr marL="2400472" indent="0">
              <a:buNone/>
              <a:defRPr sz="1200" b="1"/>
            </a:lvl8pPr>
            <a:lvl9pPr marL="274339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4453469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25" indent="0">
              <a:buNone/>
              <a:defRPr sz="1500" b="1"/>
            </a:lvl2pPr>
            <a:lvl3pPr marL="685849" indent="0">
              <a:buNone/>
              <a:defRPr sz="1350" b="1"/>
            </a:lvl3pPr>
            <a:lvl4pPr marL="1028774" indent="0">
              <a:buNone/>
              <a:defRPr sz="1200" b="1"/>
            </a:lvl4pPr>
            <a:lvl5pPr marL="1371699" indent="0">
              <a:buNone/>
              <a:defRPr sz="1200" b="1"/>
            </a:lvl5pPr>
            <a:lvl6pPr marL="1714623" indent="0">
              <a:buNone/>
              <a:defRPr sz="1200" b="1"/>
            </a:lvl6pPr>
            <a:lvl7pPr marL="2057548" indent="0">
              <a:buNone/>
              <a:defRPr sz="1200" b="1"/>
            </a:lvl7pPr>
            <a:lvl8pPr marL="2400472" indent="0">
              <a:buNone/>
              <a:defRPr sz="1200" b="1"/>
            </a:lvl8pPr>
            <a:lvl9pPr marL="274339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4453469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853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134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25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25" indent="0">
              <a:buNone/>
              <a:defRPr sz="1050"/>
            </a:lvl2pPr>
            <a:lvl3pPr marL="685849" indent="0">
              <a:buNone/>
              <a:defRPr sz="900"/>
            </a:lvl3pPr>
            <a:lvl4pPr marL="1028774" indent="0">
              <a:buNone/>
              <a:defRPr sz="750"/>
            </a:lvl4pPr>
            <a:lvl5pPr marL="1371699" indent="0">
              <a:buNone/>
              <a:defRPr sz="750"/>
            </a:lvl5pPr>
            <a:lvl6pPr marL="1714623" indent="0">
              <a:buNone/>
              <a:defRPr sz="750"/>
            </a:lvl6pPr>
            <a:lvl7pPr marL="2057548" indent="0">
              <a:buNone/>
              <a:defRPr sz="750"/>
            </a:lvl7pPr>
            <a:lvl8pPr marL="2400472" indent="0">
              <a:buNone/>
              <a:defRPr sz="750"/>
            </a:lvl8pPr>
            <a:lvl9pPr marL="274339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307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25" indent="0">
              <a:buNone/>
              <a:defRPr sz="2100"/>
            </a:lvl2pPr>
            <a:lvl3pPr marL="685849" indent="0">
              <a:buNone/>
              <a:defRPr sz="1800"/>
            </a:lvl3pPr>
            <a:lvl4pPr marL="1028774" indent="0">
              <a:buNone/>
              <a:defRPr sz="1500"/>
            </a:lvl4pPr>
            <a:lvl5pPr marL="1371699" indent="0">
              <a:buNone/>
              <a:defRPr sz="1500"/>
            </a:lvl5pPr>
            <a:lvl6pPr marL="1714623" indent="0">
              <a:buNone/>
              <a:defRPr sz="1500"/>
            </a:lvl6pPr>
            <a:lvl7pPr marL="2057548" indent="0">
              <a:buNone/>
              <a:defRPr sz="1500"/>
            </a:lvl7pPr>
            <a:lvl8pPr marL="2400472" indent="0">
              <a:buNone/>
              <a:defRPr sz="1500"/>
            </a:lvl8pPr>
            <a:lvl9pPr marL="2743397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25" indent="0">
              <a:buNone/>
              <a:defRPr sz="1050"/>
            </a:lvl2pPr>
            <a:lvl3pPr marL="685849" indent="0">
              <a:buNone/>
              <a:defRPr sz="900"/>
            </a:lvl3pPr>
            <a:lvl4pPr marL="1028774" indent="0">
              <a:buNone/>
              <a:defRPr sz="750"/>
            </a:lvl4pPr>
            <a:lvl5pPr marL="1371699" indent="0">
              <a:buNone/>
              <a:defRPr sz="750"/>
            </a:lvl5pPr>
            <a:lvl6pPr marL="1714623" indent="0">
              <a:buNone/>
              <a:defRPr sz="750"/>
            </a:lvl6pPr>
            <a:lvl7pPr marL="2057548" indent="0">
              <a:buNone/>
              <a:defRPr sz="750"/>
            </a:lvl7pPr>
            <a:lvl8pPr marL="2400472" indent="0">
              <a:buNone/>
              <a:defRPr sz="750"/>
            </a:lvl8pPr>
            <a:lvl9pPr marL="274339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398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630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16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47757-E4A5-4B9B-AFB4-1E7E8F2E10E2}" type="datetimeFigureOut">
              <a:rPr lang="en-AU" smtClean="0"/>
              <a:t>18/06/2026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3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56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4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2" indent="-171462" algn="l" defTabSz="6858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87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11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36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61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085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10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934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859" indent="-171462" algn="l" defTabSz="6858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25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49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74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99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23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48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72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397" algn="l" defTabSz="6858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7C7C84-A408-68E5-C4AD-FEBF3DC0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750"/>
            <a:ext cx="6858000" cy="8572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8F38F5-001C-1AF2-582B-D90F63262C19}"/>
              </a:ext>
            </a:extLst>
          </p:cNvPr>
          <p:cNvSpPr txBox="1"/>
          <p:nvPr/>
        </p:nvSpPr>
        <p:spPr>
          <a:xfrm>
            <a:off x="1985874" y="201289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49E3C-EBAC-9590-5EC6-7A41949C582C}"/>
              </a:ext>
            </a:extLst>
          </p:cNvPr>
          <p:cNvSpPr txBox="1"/>
          <p:nvPr/>
        </p:nvSpPr>
        <p:spPr>
          <a:xfrm>
            <a:off x="5431712" y="2012899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31B0D-8A17-8A80-40C4-96729108649D}"/>
              </a:ext>
            </a:extLst>
          </p:cNvPr>
          <p:cNvSpPr txBox="1"/>
          <p:nvPr/>
        </p:nvSpPr>
        <p:spPr>
          <a:xfrm>
            <a:off x="6507547" y="451386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F6A6C-802C-86A6-CEA2-9415E12DD6F8}"/>
              </a:ext>
            </a:extLst>
          </p:cNvPr>
          <p:cNvSpPr txBox="1"/>
          <p:nvPr/>
        </p:nvSpPr>
        <p:spPr>
          <a:xfrm>
            <a:off x="6507547" y="6604849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FCD896-696B-39A0-CDB3-9A7D3AD88FA5}"/>
              </a:ext>
            </a:extLst>
          </p:cNvPr>
          <p:cNvSpPr txBox="1"/>
          <p:nvPr/>
        </p:nvSpPr>
        <p:spPr>
          <a:xfrm>
            <a:off x="6507547" y="86958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02671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16</cp:revision>
  <dcterms:created xsi:type="dcterms:W3CDTF">2026-01-23T11:03:14Z</dcterms:created>
  <dcterms:modified xsi:type="dcterms:W3CDTF">2026-06-18T11:36:18Z</dcterms:modified>
</cp:coreProperties>
</file>