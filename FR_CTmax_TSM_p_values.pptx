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1EE6-560C-AED2-08BA-D81192F06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71EE7-C8F3-2415-6E06-31BACD12B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871F3-B5B4-90FF-513D-0FEC1A27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4C3E-0A4E-8D5C-9FD8-92D41930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73D4F-C272-A852-BD20-A7874345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62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E6D91-0A52-2C47-FA64-F3CA1B7B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7B2C-18AE-7E2A-CE6C-EF8792AA7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6909A-6764-29D9-D67D-4A8F3C6D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459F6-57A2-F495-0571-9F979C9D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4812-03B2-E82D-FEB1-D5AC5903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142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F57C-CBB6-41EF-6001-C1792F4A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B5EFC-1D40-53E9-D7A3-FFACFA5A7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9678B-F242-0CCD-61AB-EE59B1F2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B7767-EA85-54FA-552A-854449C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C2D38-4DD8-982D-3CF4-F596A6EB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1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2B55A-14E3-D6CF-0A6E-7E06BE00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84B57-EEAA-2D66-6951-2A66E4601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6993-16A4-3216-F199-247AC7CCE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76AC9-01C9-1775-E540-C51F6FC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29074-0DD9-75D3-0E9D-FB502670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B42C6-B617-F14D-7EC0-3FD68523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96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F460-35F7-2287-1BAC-28864A3C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28D89-433A-257D-FBC3-EAD8199A9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E9A1A-11B8-9C44-FE2A-766DAE784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5968C-52AE-5FD8-BC1B-55F2861A6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0EDC7-9D05-F11E-9C89-2210E9A7F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DBE53-C7F2-8221-3CA7-C88BDF7C1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48F22-DD9C-ADA0-3284-0F0A8A74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95FDD-214D-3070-FD7E-109CCAA0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729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6481-BEE9-F7A7-7EB4-58F1E50F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781FF-BD53-42B7-0008-4C4056E1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B3955-8F21-2EDE-9852-BC59B2C3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FE6F4-50C2-F3E4-0E0D-6F75AB09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399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78392-CA5E-4ACE-9B47-EC387156E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F00450-4753-5061-9859-5FB3E868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CB602-1DB3-B4FE-B1EA-B776C5B6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798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858E-68A5-0423-109D-2B9F8FCC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591F9-0FD0-3600-62AE-3742700B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213E2-4D9A-5745-5BB3-DB8631C77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4BFC3-3450-72F5-D710-3AE5F675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D2613-0C7D-8AC8-1002-62843C75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9EBF0-B5C9-00EF-4565-FFA143E0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6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975D-4F2A-CF5B-3F5E-F1944BDF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7097E-6C74-00C2-3ADF-1B3926C03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E1BF5-2775-DAE1-4A7C-ACA07A2E1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BF354-DE22-5697-89A4-E64BC82E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F01AD-964B-F852-E656-33BA1081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929BF-70E3-6CB9-970F-04998186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61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2061-7E0E-BAA1-148E-14DA06C9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F8ADB-F6FB-16A8-1510-2056994A7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D1589-49CA-8453-ACF7-41214F61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C06A-FB44-3679-B270-0F07F60A9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A8EA9-83E6-16A3-4018-26DE8626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58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76E8A9-20FA-104F-5A3C-659C20FA2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A9710-A9D1-99D9-7596-72AF5206E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3614D-5345-9CCC-0D36-BB8353DD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E3A9-CC4C-D826-CCC4-DD5ACF3E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5B4B1-7B5E-0D95-107D-A5063704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66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41009-32CE-2E96-401F-CA4F67D6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03D3C-C784-C0E6-A535-4FB6117D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EBB9-3AE9-5BC6-7770-261B0658C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8AC82-34BC-4B4E-A3FB-61EC3D3707AF}" type="datetimeFigureOut">
              <a:rPr lang="en-AU" smtClean="0"/>
              <a:t>19/06/2026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0142B-997E-FA6C-AFC8-1185D9583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A6D8E-041A-3DD2-438D-9E8E0D238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9836-2528-456D-B577-873F5FA9C9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4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EE16D49-5F3D-404C-F220-909BD8AF1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334CA-D20B-3693-A543-A5BFC6BC6D70}"/>
              </a:ext>
            </a:extLst>
          </p:cNvPr>
          <p:cNvSpPr txBox="1"/>
          <p:nvPr/>
        </p:nvSpPr>
        <p:spPr>
          <a:xfrm>
            <a:off x="7066709" y="1181588"/>
            <a:ext cx="232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Slope = -0.029 °C/day</a:t>
            </a:r>
          </a:p>
          <a:p>
            <a:r>
              <a:rPr lang="en-AU" i="1" dirty="0"/>
              <a:t>p</a:t>
            </a:r>
            <a:r>
              <a:rPr lang="en-AU" dirty="0"/>
              <a:t>-value = 0.011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DB1A8-23A5-8F29-5401-BCAE814A9FB2}"/>
              </a:ext>
            </a:extLst>
          </p:cNvPr>
          <p:cNvSpPr txBox="1"/>
          <p:nvPr/>
        </p:nvSpPr>
        <p:spPr>
          <a:xfrm>
            <a:off x="3121480" y="951970"/>
            <a:ext cx="232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Slope = -0.122 °C/day</a:t>
            </a:r>
          </a:p>
          <a:p>
            <a:r>
              <a:rPr lang="en-AU" i="1" dirty="0"/>
              <a:t>p</a:t>
            </a:r>
            <a:r>
              <a:rPr lang="en-AU" dirty="0"/>
              <a:t>-value = 0.043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1FC9F-C5B7-E89A-C678-A81D37F4614A}"/>
              </a:ext>
            </a:extLst>
          </p:cNvPr>
          <p:cNvSpPr txBox="1"/>
          <p:nvPr/>
        </p:nvSpPr>
        <p:spPr>
          <a:xfrm>
            <a:off x="3199432" y="4381542"/>
            <a:ext cx="232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Slope = -0.172 °C/day</a:t>
            </a:r>
          </a:p>
          <a:p>
            <a:r>
              <a:rPr lang="en-AU" i="1" dirty="0"/>
              <a:t>p</a:t>
            </a:r>
            <a:r>
              <a:rPr lang="en-AU" dirty="0"/>
              <a:t>-value = 0.009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01178-C239-0B22-3ADE-5A53EB433CF5}"/>
              </a:ext>
            </a:extLst>
          </p:cNvPr>
          <p:cNvSpPr txBox="1"/>
          <p:nvPr/>
        </p:nvSpPr>
        <p:spPr>
          <a:xfrm>
            <a:off x="7156821" y="4174796"/>
            <a:ext cx="232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Slope = -0.059 °C/day</a:t>
            </a:r>
          </a:p>
          <a:p>
            <a:r>
              <a:rPr lang="en-AU" i="1" dirty="0"/>
              <a:t>p</a:t>
            </a:r>
            <a:r>
              <a:rPr lang="en-AU" dirty="0"/>
              <a:t>-value = 0.032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CDF48E-6DA1-4CC9-B2A4-1B38ECBD8759}"/>
              </a:ext>
            </a:extLst>
          </p:cNvPr>
          <p:cNvSpPr txBox="1"/>
          <p:nvPr/>
        </p:nvSpPr>
        <p:spPr>
          <a:xfrm>
            <a:off x="2916936" y="32918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4CEB9-3326-81D6-9F4B-854A9F97DF69}"/>
              </a:ext>
            </a:extLst>
          </p:cNvPr>
          <p:cNvSpPr txBox="1"/>
          <p:nvPr/>
        </p:nvSpPr>
        <p:spPr>
          <a:xfrm>
            <a:off x="6854952" y="329184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D973A-3926-DCC2-F02A-34D7E44CF806}"/>
              </a:ext>
            </a:extLst>
          </p:cNvPr>
          <p:cNvSpPr txBox="1"/>
          <p:nvPr/>
        </p:nvSpPr>
        <p:spPr>
          <a:xfrm>
            <a:off x="2739644" y="346713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44709C-2958-F981-4B32-89397A3F8ABC}"/>
              </a:ext>
            </a:extLst>
          </p:cNvPr>
          <p:cNvSpPr txBox="1"/>
          <p:nvPr/>
        </p:nvSpPr>
        <p:spPr>
          <a:xfrm>
            <a:off x="6672049" y="3467134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9777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18</cp:revision>
  <dcterms:created xsi:type="dcterms:W3CDTF">2026-01-26T05:06:56Z</dcterms:created>
  <dcterms:modified xsi:type="dcterms:W3CDTF">2026-06-19T04:34:34Z</dcterms:modified>
</cp:coreProperties>
</file>