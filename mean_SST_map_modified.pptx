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464A-E536-F009-4E6A-917C2CA9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AEF0B-A61B-7B40-579C-C6FB7655C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F7AD-3EE3-CF24-A096-6B20150D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8DFE-23E3-A14C-A0B0-4CFA74D7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2F60-CD47-AB9B-6041-5108B2C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4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398B-F78A-7DF7-5789-DD841F61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B2BE-7789-7E4F-347C-BFAD192E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E09A-188F-0CB9-75A6-8A131735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60E-51FB-4CB1-20E0-11E9B68E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FB19-4054-4D67-566E-AD2D1C77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47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F1C3-4365-F41A-AD21-367A214C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DE482-B06F-624D-E9D6-F0831157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457B-EDB5-1EA6-28C6-002F6AE5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38A2-A5D4-32CE-5DD2-49B969CA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D5F4-8B72-9F36-A41B-D7B45CA3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96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90C3-DEF0-8A1A-8385-E7DA22EC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F1D6-E80A-6CE1-A20D-A2E5257F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727A2-5111-62D8-6A61-818D2AE54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7DB90-1D98-EA24-232E-4DAB4B05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6768-391B-2360-A5A2-AB4FEB37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E74F8-061C-B232-B73E-AEBD126A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38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EC6-B21E-CC89-714E-9B3CC397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DFE8-1B04-538D-278E-C30AACFD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89FB-BA42-B960-5B16-043F439F4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4F44C-63DE-9EAF-52F0-A501EA18D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49FC-590E-DC15-F069-36D587E50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193-379A-BDA8-57AF-5D25BD52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FA521-CDF9-00CF-1EE5-33DE2872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26C05-2661-995E-1518-4D2981DF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98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A410-6969-3DC1-6310-10151876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05A9D-BD4C-6A6B-59D0-696916E9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85C89-5263-1478-CF2A-D29CED88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1028D-D03D-87CC-E809-5789A340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8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C789D-0048-7C26-E446-8B45219F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29104-2813-F127-7801-0CED09BA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F0ECC-5719-1971-AF98-B5EE3BB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27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C255-3AAC-9EBF-BC79-9D6FC505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BF3C-A505-A0B2-D40E-695342851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C8CF-DE89-83BE-6CA0-AEC2A534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715D-A166-6D70-F313-E492068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44CA0-8A16-3627-7593-A4638B06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BA0D6-5D5C-7BB2-D891-F386E42E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12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7349-2DCF-6465-0FC3-8070C22B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143DE-8A36-AB4F-0D88-29C50F28B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5E9E6-453E-0926-7A39-849005A2D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8ACAB-7B09-0248-5A6B-FC1F9DCF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C553-DCAC-4CF7-6E9F-85089E44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61991-DDCC-D105-49FB-950CC5A2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689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3F51-691F-CD7B-20FB-B4273946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7423-6CD3-0F4C-D233-6DCCE397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0930D-8DA7-C560-998D-C0AD034A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D388-F3AA-1C31-FE5B-A0E26CB7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5FF6-F8BF-E884-E672-08067858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7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54887-E6FE-4570-2455-75C09CFEA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4558A-E3C9-0689-6991-3E0BD6AE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3B45-92A2-67AC-452B-F0E767C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9E7E-70DC-0749-A4B3-1E77C94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D5D3-7E71-CB85-509C-B4919D29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3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C6AAA-410A-1B7A-3E2F-1ECE3957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5C71-D883-22B5-3537-97940560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AC3A-0593-43E4-EBED-D03D9FF3E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4999-2939-9C2A-17E5-D62F8C6E5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87F22-AE0E-2FB0-A454-431DB47A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9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3803D-F584-97D3-5577-9CD33D231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8EAE77-E62E-232B-10D2-FB1190A52561}"/>
              </a:ext>
            </a:extLst>
          </p:cNvPr>
          <p:cNvSpPr/>
          <p:nvPr/>
        </p:nvSpPr>
        <p:spPr>
          <a:xfrm>
            <a:off x="6642701" y="3674537"/>
            <a:ext cx="867600" cy="849600"/>
          </a:xfrm>
          <a:prstGeom prst="rect">
            <a:avLst/>
          </a:prstGeom>
          <a:noFill/>
          <a:ln w="762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5897-0494-FC13-5E3C-F78A62797B4F}"/>
              </a:ext>
            </a:extLst>
          </p:cNvPr>
          <p:cNvSpPr/>
          <p:nvPr/>
        </p:nvSpPr>
        <p:spPr>
          <a:xfrm>
            <a:off x="2071913" y="1261535"/>
            <a:ext cx="867230" cy="850294"/>
          </a:xfrm>
          <a:prstGeom prst="rect">
            <a:avLst/>
          </a:prstGeom>
          <a:noFill/>
          <a:ln w="762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13</cp:revision>
  <dcterms:created xsi:type="dcterms:W3CDTF">2026-01-23T11:03:14Z</dcterms:created>
  <dcterms:modified xsi:type="dcterms:W3CDTF">2026-06-21T01:26:09Z</dcterms:modified>
</cp:coreProperties>
</file>