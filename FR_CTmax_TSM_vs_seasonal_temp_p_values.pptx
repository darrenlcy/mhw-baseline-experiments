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75" d="100"/>
          <a:sy n="75" d="100"/>
        </p:scale>
        <p:origin x="300" y="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50439-C935-4AD4-5845-309A3AB010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631E33-8467-F7EE-C368-69226CEA07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3554F0-F93B-34F1-5125-A6601D138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E7B95-65D6-4C3F-8576-95A7647D9828}" type="datetimeFigureOut">
              <a:rPr lang="en-AU" smtClean="0"/>
              <a:t>15/06/2026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50F21B-A4A5-B14F-05D1-55A83AF91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81D201-BF17-876B-E854-52ACE642A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E7357-F20E-4DAC-8218-C7F990C7D1D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74403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08EB8-8F2D-42BC-80EC-945464E93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2FDA36-95B8-EE10-633E-552761D190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55E54F-D1D3-7761-171C-805286C93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E7B95-65D6-4C3F-8576-95A7647D9828}" type="datetimeFigureOut">
              <a:rPr lang="en-AU" smtClean="0"/>
              <a:t>15/06/2026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8D193A-49D1-F80C-898D-84B86F353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EEF04A-5297-225A-B993-5679CDD29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E7357-F20E-4DAC-8218-C7F990C7D1D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11685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9F28C-70E5-632C-5D0E-30CF2C0C6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832888-3F49-E7F1-FD9A-E6E3834DC0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93B2EE-F791-B859-40E0-7D3CFA9AB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E7B95-65D6-4C3F-8576-95A7647D9828}" type="datetimeFigureOut">
              <a:rPr lang="en-AU" smtClean="0"/>
              <a:t>15/06/2026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3D4C54-07D0-D70E-23C2-6F98D8718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110CFB-E58E-E170-EEEF-FF34C208C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E7357-F20E-4DAC-8218-C7F990C7D1D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3218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D75FB-A128-55D5-CEBF-B0DB28F42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6502B0-3305-948E-252A-B71EBEB7DD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B4355D-D12B-D112-C63D-DCF1AD49EC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A6E739-3EBD-B939-6EC6-5F8F4CFF0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E7B95-65D6-4C3F-8576-95A7647D9828}" type="datetimeFigureOut">
              <a:rPr lang="en-AU" smtClean="0"/>
              <a:t>15/06/2026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9475BB-9729-BF17-F623-274163EC2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B8EEAD-79DC-09F8-B78E-45DE9CBBF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E7357-F20E-4DAC-8218-C7F990C7D1D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231039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C29BD-D35C-D78D-0C0D-B7418DF45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3A6D39-479B-EB43-F53B-4ACDF6E7AF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661F52-5E6B-48A1-947E-72D56A636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73F5F5-A1CE-F9E0-6EB3-D6EB2B3582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BE6EF8-95E3-48F0-E92F-D629BA9A6F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80C22B-2BEE-B5C3-414D-F2B565DA9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E7B95-65D6-4C3F-8576-95A7647D9828}" type="datetimeFigureOut">
              <a:rPr lang="en-AU" smtClean="0"/>
              <a:t>15/06/2026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09D60D-9808-AA09-4E7D-A8FED1D8F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F5A991-970C-B8A7-CC2D-D3456EE9C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E7357-F20E-4DAC-8218-C7F990C7D1D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38471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4947F-807F-0FFE-721A-CCD9D2D30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CD9239-8075-836A-23CB-E7B03DA71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E7B95-65D6-4C3F-8576-95A7647D9828}" type="datetimeFigureOut">
              <a:rPr lang="en-AU" smtClean="0"/>
              <a:t>15/06/2026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5AB2E5-725C-6F13-427E-E22AFECA9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4512F2-48E3-3DF9-4639-D351F9030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E7357-F20E-4DAC-8218-C7F990C7D1D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292965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C475DD-DDF6-007E-DCA7-046EA13EC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E7B95-65D6-4C3F-8576-95A7647D9828}" type="datetimeFigureOut">
              <a:rPr lang="en-AU" smtClean="0"/>
              <a:t>15/06/2026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C642B0-0A77-D7F8-A3BD-A6B6FECD7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90E412-1A85-D824-F2C0-2E6EC58ED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E7357-F20E-4DAC-8218-C7F990C7D1D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132695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4888C-14C7-2CC6-1ED7-4FFA4E4B3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9A2ECF-1620-6B36-B9C8-31E2DFCB9A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B16B28-70AF-B90D-8F96-E94863BB50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0BE195-0801-86D1-BFDD-271D646F6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E7B95-65D6-4C3F-8576-95A7647D9828}" type="datetimeFigureOut">
              <a:rPr lang="en-AU" smtClean="0"/>
              <a:t>15/06/2026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A9F0FA-3903-2F37-80D2-2AD44A19C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0C34AD-F413-4603-D71B-6F6287B5D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E7357-F20E-4DAC-8218-C7F990C7D1D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42370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7563A-6CF9-0027-6868-F8E84DDD7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6FD78D-B796-9E2D-FA02-F3EF97121B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3E0052-A389-47F9-CE0F-CFE9111337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296991-88E3-C3DF-506D-45BD2B2D1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E7B95-65D6-4C3F-8576-95A7647D9828}" type="datetimeFigureOut">
              <a:rPr lang="en-AU" smtClean="0"/>
              <a:t>15/06/2026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14B541-8D3E-AFD4-E7A6-6CAC9ECC0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3CA5C0-774E-4049-3F6E-01027BF06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E7357-F20E-4DAC-8218-C7F990C7D1D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87507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60828-B4D9-77A7-EFB0-76C870A3A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DFE45D-CFA0-89A4-8760-62D10E716A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8E5495-D027-F64C-D0C6-C9390BB66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E7B95-65D6-4C3F-8576-95A7647D9828}" type="datetimeFigureOut">
              <a:rPr lang="en-AU" smtClean="0"/>
              <a:t>15/06/2026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336FCC-D4DB-0453-BFD3-47779CD86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D9E70C-135E-39CF-9DCE-2961BEF3C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E7357-F20E-4DAC-8218-C7F990C7D1D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7334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2470F2-349C-EFAF-56E9-0BC4A588E7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0A4487-CFBA-D58D-9D33-3C3E7F680B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4CE156-55AE-6047-06B5-D12EEF240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E7B95-65D6-4C3F-8576-95A7647D9828}" type="datetimeFigureOut">
              <a:rPr lang="en-AU" smtClean="0"/>
              <a:t>15/06/2026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B7CB59-48A8-EA93-EC7C-E730DF1CF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06BCC0-BDEF-5F5C-5E7C-7F44F94ED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E7357-F20E-4DAC-8218-C7F990C7D1D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04180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855E7D-BD53-FE1F-4168-401BB0051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004AEA-7763-43A4-B505-9737178C7E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F6566C-53A0-63A1-73E1-15CBA26209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0E7B95-65D6-4C3F-8576-95A7647D9828}" type="datetimeFigureOut">
              <a:rPr lang="en-AU" smtClean="0"/>
              <a:t>15/06/2026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83AC-5814-499E-40A6-E140C0BBCA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0FC78D-C571-5495-7B4A-91218E4EE5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DE7357-F20E-4DAC-8218-C7F990C7D1D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7992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0B84B5-3FA5-3EBB-7C23-32821F8BF4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9461" y="0"/>
            <a:ext cx="7913077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FD4E036-A963-4C81-62BC-E431325FDFE7}"/>
              </a:ext>
            </a:extLst>
          </p:cNvPr>
          <p:cNvSpPr txBox="1"/>
          <p:nvPr/>
        </p:nvSpPr>
        <p:spPr>
          <a:xfrm>
            <a:off x="7570893" y="401263"/>
            <a:ext cx="11988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dirty="0"/>
              <a:t>Slope = 0.842</a:t>
            </a:r>
          </a:p>
          <a:p>
            <a:r>
              <a:rPr lang="en-AU" sz="1200" i="1" dirty="0"/>
              <a:t>p</a:t>
            </a:r>
            <a:r>
              <a:rPr lang="en-AU" sz="1200" dirty="0"/>
              <a:t>-value = 0.406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1B6039-6EA8-3AFA-C776-BA43F0801B55}"/>
              </a:ext>
            </a:extLst>
          </p:cNvPr>
          <p:cNvSpPr txBox="1"/>
          <p:nvPr/>
        </p:nvSpPr>
        <p:spPr>
          <a:xfrm>
            <a:off x="3499636" y="401262"/>
            <a:ext cx="12346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dirty="0"/>
              <a:t>Slope = -4.230 </a:t>
            </a:r>
          </a:p>
          <a:p>
            <a:r>
              <a:rPr lang="en-AU" sz="1200" i="1" dirty="0"/>
              <a:t>p</a:t>
            </a:r>
            <a:r>
              <a:rPr lang="en-AU" sz="1200" dirty="0"/>
              <a:t>-value = 0.564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C3964B-E605-CBF0-2E44-1D60569E0A11}"/>
              </a:ext>
            </a:extLst>
          </p:cNvPr>
          <p:cNvSpPr txBox="1"/>
          <p:nvPr/>
        </p:nvSpPr>
        <p:spPr>
          <a:xfrm>
            <a:off x="3499636" y="3629631"/>
            <a:ext cx="11988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dirty="0"/>
              <a:t>Slope = -0.632 </a:t>
            </a:r>
          </a:p>
          <a:p>
            <a:r>
              <a:rPr lang="en-AU" sz="1200" i="1" dirty="0"/>
              <a:t>p</a:t>
            </a:r>
            <a:r>
              <a:rPr lang="en-AU" sz="1200" dirty="0"/>
              <a:t>-value </a:t>
            </a:r>
            <a:r>
              <a:rPr lang="en-AU" sz="1200"/>
              <a:t>= 0.875</a:t>
            </a:r>
            <a:endParaRPr lang="en-AU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A257E1-73EC-7478-35AA-747C12E4E03E}"/>
              </a:ext>
            </a:extLst>
          </p:cNvPr>
          <p:cNvSpPr txBox="1"/>
          <p:nvPr/>
        </p:nvSpPr>
        <p:spPr>
          <a:xfrm>
            <a:off x="7570893" y="3710521"/>
            <a:ext cx="12218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dirty="0"/>
              <a:t>Slope = -6.683</a:t>
            </a:r>
          </a:p>
          <a:p>
            <a:r>
              <a:rPr lang="en-AU" sz="1200" i="1" dirty="0"/>
              <a:t>p</a:t>
            </a:r>
            <a:r>
              <a:rPr lang="en-AU" sz="1200" dirty="0"/>
              <a:t>-value = 0.251</a:t>
            </a:r>
          </a:p>
        </p:txBody>
      </p:sp>
    </p:spTree>
    <p:extLst>
      <p:ext uri="{BB962C8B-B14F-4D97-AF65-F5344CB8AC3E}">
        <p14:creationId xmlns:p14="http://schemas.microsoft.com/office/powerpoint/2010/main" val="9398963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27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Darren Li Shing Hiung</dc:creator>
  <cp:lastModifiedBy>Darren Li Shing Hiung</cp:lastModifiedBy>
  <cp:revision>10</cp:revision>
  <dcterms:created xsi:type="dcterms:W3CDTF">2026-01-26T05:11:18Z</dcterms:created>
  <dcterms:modified xsi:type="dcterms:W3CDTF">2026-06-15T00:57:59Z</dcterms:modified>
</cp:coreProperties>
</file>