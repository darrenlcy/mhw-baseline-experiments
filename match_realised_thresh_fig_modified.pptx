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00" r:id="rId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ED5"/>
    <a:srgbClr val="FEAD97"/>
    <a:srgbClr val="2811E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678" autoAdjust="0"/>
  </p:normalViewPr>
  <p:slideViewPr>
    <p:cSldViewPr snapToGrid="0">
      <p:cViewPr varScale="1">
        <p:scale>
          <a:sx n="57" d="100"/>
          <a:sy n="57" d="100"/>
        </p:scale>
        <p:origin x="1056" y="44"/>
      </p:cViewPr>
      <p:guideLst>
        <p:guide orient="horz" pos="2137"/>
        <p:guide pos="38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5CD74-0FFC-49A1-B8E4-E5E7D76A8DF3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CCD69-42A3-4025-BEE5-612B9E4AC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0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8BF3-596C-CBB9-766C-EF991DF5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2CD39-19C4-30CD-61C0-870DBABB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2C02C-7775-C6B7-E041-33CE911DF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110E-27C8-03CD-1931-9F34688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CCD69-42A3-4025-BEE5-612B9E4AC5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2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96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1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81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52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79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56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60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51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52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02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63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4CE1-512D-41CA-8992-648B60F8D238}" type="datetimeFigureOut">
              <a:rPr lang="en-AU" smtClean="0"/>
              <a:t>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79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FC1F-903E-3520-2FB1-37DB7D47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1D0F80-4592-73A4-46F3-99BEA25F4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44" y="1025913"/>
            <a:ext cx="9577271" cy="5107878"/>
          </a:xfrm>
          <a:prstGeom prst="rect">
            <a:avLst/>
          </a:prstGeom>
        </p:spPr>
      </p:pic>
      <p:sp>
        <p:nvSpPr>
          <p:cNvPr id="20" name="Arrow: Bent 19">
            <a:extLst>
              <a:ext uri="{FF2B5EF4-FFF2-40B4-BE49-F238E27FC236}">
                <a16:creationId xmlns:a16="http://schemas.microsoft.com/office/drawing/2014/main" id="{341E6A60-603E-77EE-AED3-ADC88371164D}"/>
              </a:ext>
            </a:extLst>
          </p:cNvPr>
          <p:cNvSpPr/>
          <p:nvPr/>
        </p:nvSpPr>
        <p:spPr>
          <a:xfrm>
            <a:off x="2197698" y="828975"/>
            <a:ext cx="344944" cy="393876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E23461-0325-AB52-46E0-D36C948F6FFB}"/>
              </a:ext>
            </a:extLst>
          </p:cNvPr>
          <p:cNvSpPr txBox="1"/>
          <p:nvPr/>
        </p:nvSpPr>
        <p:spPr>
          <a:xfrm>
            <a:off x="2643219" y="631595"/>
            <a:ext cx="622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50"/>
                </a:solidFill>
              </a:rPr>
              <a:t>Acclimation period at the severity thresholds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A5E2A-940B-788E-CCD9-B8E77BE23377}"/>
              </a:ext>
            </a:extLst>
          </p:cNvPr>
          <p:cNvCxnSpPr/>
          <p:nvPr/>
        </p:nvCxnSpPr>
        <p:spPr>
          <a:xfrm>
            <a:off x="9866460" y="1884556"/>
            <a:ext cx="356839" cy="0"/>
          </a:xfrm>
          <a:prstGeom prst="line">
            <a:avLst/>
          </a:prstGeom>
          <a:ln w="57150">
            <a:solidFill>
              <a:srgbClr val="281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2D1417-C5D8-F86D-844F-3221DDFACDA3}"/>
              </a:ext>
            </a:extLst>
          </p:cNvPr>
          <p:cNvSpPr txBox="1"/>
          <p:nvPr/>
        </p:nvSpPr>
        <p:spPr>
          <a:xfrm>
            <a:off x="10328722" y="1694983"/>
            <a:ext cx="155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Realised temperature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42E79-AF13-A365-4D60-139B66E11415}"/>
              </a:ext>
            </a:extLst>
          </p:cNvPr>
          <p:cNvCxnSpPr/>
          <p:nvPr/>
        </p:nvCxnSpPr>
        <p:spPr>
          <a:xfrm>
            <a:off x="9866460" y="2540310"/>
            <a:ext cx="356839" cy="0"/>
          </a:xfrm>
          <a:prstGeom prst="line">
            <a:avLst/>
          </a:prstGeom>
          <a:ln w="57150">
            <a:solidFill>
              <a:srgbClr val="99BE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E5BD67-04C6-5CAA-FD34-5FF92E618405}"/>
              </a:ext>
            </a:extLst>
          </p:cNvPr>
          <p:cNvSpPr txBox="1"/>
          <p:nvPr/>
        </p:nvSpPr>
        <p:spPr>
          <a:xfrm>
            <a:off x="10333786" y="2341314"/>
            <a:ext cx="197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Cold region severity threshold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23A5C-58A4-E1E0-E6F9-B1CC02CD4CDF}"/>
              </a:ext>
            </a:extLst>
          </p:cNvPr>
          <p:cNvCxnSpPr/>
          <p:nvPr/>
        </p:nvCxnSpPr>
        <p:spPr>
          <a:xfrm>
            <a:off x="9866460" y="3186641"/>
            <a:ext cx="356839" cy="0"/>
          </a:xfrm>
          <a:prstGeom prst="line">
            <a:avLst/>
          </a:prstGeom>
          <a:ln w="57150">
            <a:solidFill>
              <a:srgbClr val="FEAD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6AFDD-7340-BE1C-CEEA-81416628EAD3}"/>
              </a:ext>
            </a:extLst>
          </p:cNvPr>
          <p:cNvSpPr txBox="1"/>
          <p:nvPr/>
        </p:nvSpPr>
        <p:spPr>
          <a:xfrm>
            <a:off x="10333786" y="2987645"/>
            <a:ext cx="197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Warm region severity 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2C371-B6B1-1146-3FB0-CA22B0FD34B1}"/>
              </a:ext>
            </a:extLst>
          </p:cNvPr>
          <p:cNvSpPr txBox="1"/>
          <p:nvPr/>
        </p:nvSpPr>
        <p:spPr>
          <a:xfrm>
            <a:off x="2829212" y="2423450"/>
            <a:ext cx="1517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olidFill>
                  <a:srgbClr val="FF7D4D"/>
                </a:solidFill>
              </a:rPr>
              <a:t>α</a:t>
            </a:r>
            <a:r>
              <a:rPr lang="en-AU" sz="2400" baseline="-25000" dirty="0">
                <a:solidFill>
                  <a:srgbClr val="FF7D4D"/>
                </a:solidFill>
              </a:rPr>
              <a:t>warm</a:t>
            </a:r>
            <a:r>
              <a:rPr lang="en-AU" sz="2400" dirty="0">
                <a:solidFill>
                  <a:srgbClr val="FF7D4D"/>
                </a:solidFill>
              </a:rPr>
              <a:t> =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E9870-0D34-BCDB-5597-1F00A55020F7}"/>
              </a:ext>
            </a:extLst>
          </p:cNvPr>
          <p:cNvSpPr txBox="1"/>
          <p:nvPr/>
        </p:nvSpPr>
        <p:spPr>
          <a:xfrm>
            <a:off x="2894647" y="2017485"/>
            <a:ext cx="1386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olidFill>
                  <a:srgbClr val="99BED5"/>
                </a:solidFill>
              </a:rPr>
              <a:t>α</a:t>
            </a:r>
            <a:r>
              <a:rPr lang="en-AU" sz="2400" baseline="-25000" dirty="0">
                <a:solidFill>
                  <a:srgbClr val="99BED5"/>
                </a:solidFill>
              </a:rPr>
              <a:t>cold</a:t>
            </a:r>
            <a:r>
              <a:rPr lang="en-AU" sz="2400" dirty="0">
                <a:solidFill>
                  <a:srgbClr val="99BED5"/>
                </a:solidFill>
              </a:rPr>
              <a:t> =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4931F-0EE5-03C3-06C9-8FF55E4C8193}"/>
              </a:ext>
            </a:extLst>
          </p:cNvPr>
          <p:cNvSpPr txBox="1"/>
          <p:nvPr/>
        </p:nvSpPr>
        <p:spPr>
          <a:xfrm>
            <a:off x="4968198" y="2245034"/>
            <a:ext cx="1517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olidFill>
                  <a:srgbClr val="FF7D4D"/>
                </a:solidFill>
              </a:rPr>
              <a:t>α</a:t>
            </a:r>
            <a:r>
              <a:rPr lang="en-AU" sz="2400" baseline="-25000" dirty="0">
                <a:solidFill>
                  <a:srgbClr val="FF7D4D"/>
                </a:solidFill>
              </a:rPr>
              <a:t>warm</a:t>
            </a:r>
            <a:r>
              <a:rPr lang="en-AU" sz="2400" dirty="0">
                <a:solidFill>
                  <a:srgbClr val="FF7D4D"/>
                </a:solidFill>
              </a:rPr>
              <a:t> = 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F29A-D828-3BFA-39AE-C8DF43103032}"/>
              </a:ext>
            </a:extLst>
          </p:cNvPr>
          <p:cNvSpPr txBox="1"/>
          <p:nvPr/>
        </p:nvSpPr>
        <p:spPr>
          <a:xfrm>
            <a:off x="5033633" y="1839069"/>
            <a:ext cx="1386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olidFill>
                  <a:srgbClr val="99BED5"/>
                </a:solidFill>
              </a:rPr>
              <a:t>α</a:t>
            </a:r>
            <a:r>
              <a:rPr lang="en-AU" sz="2400" baseline="-25000" dirty="0">
                <a:solidFill>
                  <a:srgbClr val="99BED5"/>
                </a:solidFill>
              </a:rPr>
              <a:t>cold</a:t>
            </a:r>
            <a:r>
              <a:rPr lang="en-AU" sz="2400" dirty="0">
                <a:solidFill>
                  <a:srgbClr val="99BED5"/>
                </a:solidFill>
              </a:rPr>
              <a:t> = 2.3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1A99C-FD88-0AFF-4AD8-EFF54D7E3248}"/>
              </a:ext>
            </a:extLst>
          </p:cNvPr>
          <p:cNvSpPr txBox="1"/>
          <p:nvPr/>
        </p:nvSpPr>
        <p:spPr>
          <a:xfrm>
            <a:off x="7238054" y="2044310"/>
            <a:ext cx="1517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olidFill>
                  <a:srgbClr val="FF7D4D"/>
                </a:solidFill>
              </a:rPr>
              <a:t>α</a:t>
            </a:r>
            <a:r>
              <a:rPr lang="en-AU" sz="2400" baseline="-25000" dirty="0">
                <a:solidFill>
                  <a:srgbClr val="FF7D4D"/>
                </a:solidFill>
              </a:rPr>
              <a:t>warm</a:t>
            </a:r>
            <a:r>
              <a:rPr lang="en-AU" sz="2400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AEE25-70E2-B9FA-7531-09E7641B0EB7}"/>
              </a:ext>
            </a:extLst>
          </p:cNvPr>
          <p:cNvSpPr txBox="1"/>
          <p:nvPr/>
        </p:nvSpPr>
        <p:spPr>
          <a:xfrm>
            <a:off x="7303489" y="1638345"/>
            <a:ext cx="1386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olidFill>
                  <a:srgbClr val="99BED5"/>
                </a:solidFill>
              </a:rPr>
              <a:t>α</a:t>
            </a:r>
            <a:r>
              <a:rPr lang="en-AU" sz="2400" baseline="-25000" dirty="0">
                <a:solidFill>
                  <a:srgbClr val="99BED5"/>
                </a:solidFill>
              </a:rPr>
              <a:t>cold</a:t>
            </a:r>
            <a:r>
              <a:rPr lang="en-AU" sz="2400" dirty="0">
                <a:solidFill>
                  <a:srgbClr val="99BED5"/>
                </a:solidFill>
              </a:rPr>
              <a:t> = 2.4</a:t>
            </a:r>
          </a:p>
        </p:txBody>
      </p:sp>
    </p:spTree>
    <p:extLst>
      <p:ext uri="{BB962C8B-B14F-4D97-AF65-F5344CB8AC3E}">
        <p14:creationId xmlns:p14="http://schemas.microsoft.com/office/powerpoint/2010/main" val="341568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125377</TotalTime>
  <Words>41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Li Shing Hiung</dc:creator>
  <cp:lastModifiedBy>Darren Li Shing Hiung</cp:lastModifiedBy>
  <cp:revision>2333</cp:revision>
  <dcterms:created xsi:type="dcterms:W3CDTF">2023-04-18T07:17:13Z</dcterms:created>
  <dcterms:modified xsi:type="dcterms:W3CDTF">2026-03-08T19:47:10Z</dcterms:modified>
</cp:coreProperties>
</file>