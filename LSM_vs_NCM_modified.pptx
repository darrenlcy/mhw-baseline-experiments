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FEC"/>
    <a:srgbClr val="FF7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7464A-E536-F009-4E6A-917C2CA94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AEF0B-A61B-7B40-579C-C6FB7655C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EF7AD-3EE3-CF24-A096-6B20150D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38DFE-23E3-A14C-A0B0-4CFA74D7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2F60-CD47-AB9B-6041-5108B2CE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40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7398B-F78A-7DF7-5789-DD841F610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B2BE-7789-7E4F-347C-BFAD192E3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AE09A-188F-0CB9-75A6-8A131735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5760E-51FB-4CB1-20E0-11E9B68E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DFB19-4054-4D67-566E-AD2D1C77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847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F1C3-4365-F41A-AD21-367A214CE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DE482-B06F-624D-E9D6-F08311574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E457B-EDB5-1EA6-28C6-002F6AE53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038A2-A5D4-32CE-5DD2-49B969CA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D5F4-8B72-9F36-A41B-D7B45CA3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968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90C3-DEF0-8A1A-8385-E7DA22ECB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1F1D6-E80A-6CE1-A20D-A2E5257F4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727A2-5111-62D8-6A61-818D2AE54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7DB90-1D98-EA24-232E-4DAB4B05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46768-391B-2360-A5A2-AB4FEB37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E74F8-061C-B232-B73E-AEBD126A7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738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FEC6-B21E-CC89-714E-9B3CC3972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0DFE8-1B04-538D-278E-C30AACFD9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789FB-BA42-B960-5B16-043F439F4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C4F44C-63DE-9EAF-52F0-A501EA18D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1C49FC-590E-DC15-F069-36D587E50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193-379A-BDA8-57AF-5D25BD528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FA521-CDF9-00CF-1EE5-33DE2872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A26C05-2661-995E-1518-4D2981DF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9986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A410-6969-3DC1-6310-101518769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05A9D-BD4C-6A6B-59D0-696916E9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85C89-5263-1478-CF2A-D29CED88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1028D-D03D-87CC-E809-5789A340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88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C789D-0048-7C26-E446-8B45219F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29104-2813-F127-7801-0CED09BA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F0ECC-5719-1971-AF98-B5EE3BBF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3279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C255-3AAC-9EBF-BC79-9D6FC5053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EBF3C-A505-A0B2-D40E-695342851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DC8CF-DE89-83BE-6CA0-AEC2A5347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1715D-A166-6D70-F313-E4920686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44CA0-8A16-3627-7593-A4638B06B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BA0D6-5D5C-7BB2-D891-F386E42E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412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37349-2DCF-6465-0FC3-8070C22B1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143DE-8A36-AB4F-0D88-29C50F28B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5E9E6-453E-0926-7A39-849005A2D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8ACAB-7B09-0248-5A6B-FC1F9DCF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CC553-DCAC-4CF7-6E9F-85089E449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61991-DDCC-D105-49FB-950CC5A2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6893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3F51-691F-CD7B-20FB-B42739460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27423-6CD3-0F4C-D233-6DCCE397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0930D-8DA7-C560-998D-C0AD034A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4D388-F3AA-1C31-FE5B-A0E26CB7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D5FF6-F8BF-E884-E672-08067858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573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54887-E6FE-4570-2455-75C09CFEA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4558A-E3C9-0689-6991-3E0BD6AE8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63B45-92A2-67AC-452B-F0E767CB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B9E7E-70DC-0749-A4B3-1E77C949C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BD5D3-7E71-CB85-509C-B4919D29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034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C6AAA-410A-1B7A-3E2F-1ECE3957D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05C71-D883-22B5-3537-97940560C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6AC3A-0593-43E4-EBED-D03D9FF3E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47757-E4A5-4B9B-AFB4-1E7E8F2E10E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D4999-2939-9C2A-17E5-D62F8C6E5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87F22-AE0E-2FB0-A454-431DB47A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8924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E23CD9-0859-27EB-2922-F3D3C89F7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1142995"/>
            <a:ext cx="9144019" cy="4572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52B561-E26C-DAC9-4A84-5F58B1D0D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9" y="1727912"/>
            <a:ext cx="1289080" cy="24118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8F38F5-001C-1AF2-582B-D90F63262C19}"/>
              </a:ext>
            </a:extLst>
          </p:cNvPr>
          <p:cNvSpPr txBox="1"/>
          <p:nvPr/>
        </p:nvSpPr>
        <p:spPr>
          <a:xfrm>
            <a:off x="5301586" y="1618917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49E3C-EBAC-9590-5EC6-7A41949C582C}"/>
              </a:ext>
            </a:extLst>
          </p:cNvPr>
          <p:cNvSpPr txBox="1"/>
          <p:nvPr/>
        </p:nvSpPr>
        <p:spPr>
          <a:xfrm>
            <a:off x="9900561" y="1618918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8EAE77-E62E-232B-10D2-FB1190A52561}"/>
              </a:ext>
            </a:extLst>
          </p:cNvPr>
          <p:cNvSpPr/>
          <p:nvPr/>
        </p:nvSpPr>
        <p:spPr>
          <a:xfrm>
            <a:off x="4563531" y="3750737"/>
            <a:ext cx="431801" cy="465664"/>
          </a:xfrm>
          <a:prstGeom prst="rect">
            <a:avLst/>
          </a:prstGeom>
          <a:noFill/>
          <a:ln w="38100">
            <a:solidFill>
              <a:srgbClr val="FF7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725897-0494-FC13-5E3C-F78A62797B4F}"/>
              </a:ext>
            </a:extLst>
          </p:cNvPr>
          <p:cNvSpPr/>
          <p:nvPr/>
        </p:nvSpPr>
        <p:spPr>
          <a:xfrm>
            <a:off x="2311399" y="2328337"/>
            <a:ext cx="431801" cy="465664"/>
          </a:xfrm>
          <a:prstGeom prst="rect">
            <a:avLst/>
          </a:prstGeom>
          <a:noFill/>
          <a:ln w="38100">
            <a:solidFill>
              <a:srgbClr val="87CF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1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Li Shing Hiung</dc:creator>
  <cp:lastModifiedBy>Darren Li Shing Hiung</cp:lastModifiedBy>
  <cp:revision>8</cp:revision>
  <dcterms:created xsi:type="dcterms:W3CDTF">2026-01-23T11:03:14Z</dcterms:created>
  <dcterms:modified xsi:type="dcterms:W3CDTF">2026-03-19T01:40:45Z</dcterms:modified>
</cp:coreProperties>
</file>